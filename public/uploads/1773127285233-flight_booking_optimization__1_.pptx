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-27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9BA49-E394-4EE7-A2FE-E412704D1249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849D0-3E7D-4D10-BA44-3C11BDA21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294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404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Booking Optimization System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979633" y="2928045"/>
            <a:ext cx="51845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Route Planning Using Graph Algorithms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15850" y="3552825"/>
            <a:ext cx="31123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| Tkinter | Dijkstra Algorithm | February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optimal flight routes balancing cost, time, and constraints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graph-based flight network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Dijkstra's algorithm variants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optimization modes (cheapest, fastest, balanced)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world map display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network with 8 cities and 18 flight routes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Adjacency list with weighted edges (cost &amp; time)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Min-heap priority queue (heapq)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Tkinter GUI, Matplotlib, Basemap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O(E log V) time complexity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99045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16212"/>
            <a:ext cx="7924800" cy="99045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06663"/>
            <a:ext cx="7924800" cy="99045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Optimization Modes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3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Cheapest Route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87434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Minimizes total cost within time constraint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54481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Fastest Route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2864793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Minimizes total travel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5352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Balanced Route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3855244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score (60% cost + 40% time)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Benefits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GUI with real-time calculation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map visualization with route highlighting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output (cost, time, stops, path)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Multi-criteria optimization support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for real-time data integration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804095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498513" y="2502144"/>
            <a:ext cx="21469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Booking Optimization System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179</Words>
  <Application>Microsoft Office PowerPoint</Application>
  <PresentationFormat>On-screen Show (16:9)</PresentationFormat>
  <Paragraphs>36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ADMIN</cp:lastModifiedBy>
  <cp:revision>3</cp:revision>
  <dcterms:created xsi:type="dcterms:W3CDTF">2026-02-08T08:29:45Z</dcterms:created>
  <dcterms:modified xsi:type="dcterms:W3CDTF">2026-02-08T09:05:10Z</dcterms:modified>
</cp:coreProperties>
</file>